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320040" cy="50337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32236"/>
          </a:solidFill>
          <a:ln w="25400">
            <a:solidFill>
              <a:srgbClr val="1E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-182880"/>
            <a:ext cx="2011680" cy="2011680"/>
          </a:xfrm>
          <a:prstGeom prst="ellipse">
            <a:avLst/>
          </a:prstGeom>
          <a:solidFill>
            <a:srgbClr val="1E3350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82880"/>
            <a:ext cx="1097280" cy="10972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645920"/>
            <a:ext cx="2560320" cy="1645920"/>
          </a:xfrm>
          <a:prstGeom prst="rect">
            <a:avLst/>
          </a:prstGeom>
          <a:solidFill>
            <a:srgbClr val="132236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6459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SIM7600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2160" y="2148840"/>
            <a:ext cx="128016" cy="128016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2148840"/>
            <a:ext cx="128016" cy="128016"/>
          </a:xfrm>
          <a:prstGeom prst="ellipse">
            <a:avLst/>
          </a:prstGeom>
          <a:solidFill>
            <a:srgbClr val="00BFA5">
              <a:alpha val="5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148840"/>
            <a:ext cx="128016" cy="128016"/>
          </a:xfrm>
          <a:prstGeom prst="ellipse">
            <a:avLst/>
          </a:prstGeom>
          <a:solidFill>
            <a:srgbClr val="00BFA5">
              <a:alpha val="7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148840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SOJI ELECTRONICS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111556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GUIDE D'INSTALLATION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02920" y="1737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D'UTILISATION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LIGO/SOJI SP Series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IoT SOJI (ESP32 + SIM7600)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Smart-Gridix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520440"/>
            <a:ext cx="365760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Mars 2026  |  Confidentiel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www.smart-gridix.com  |  contact@soji-electronics.com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SOMMAIRE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6517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85800"/>
            <a:ext cx="2651760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223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247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du Capteur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🔩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21208" y="2075688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2029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capteur LIGO SP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2459736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4140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accessoires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2843784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7980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&amp; perçage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3227832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3182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&amp; coupe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" y="361188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3566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Filtre, joint &amp; fixation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" y="3995928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9502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Câblage RS-485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" y="4379976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43342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685800"/>
            <a:ext cx="26517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685800"/>
            <a:ext cx="265176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7223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108960" y="11247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Dispositif IoT SOJI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310128" y="2075688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11296" y="2029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 matérielles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10128" y="2459736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24140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 4G/MQTT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10128" y="2843784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27980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SD backup, OTA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10128" y="3227832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1296" y="3182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à distance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97880" y="685800"/>
            <a:ext cx="26517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97880" y="685800"/>
            <a:ext cx="2651760" cy="8229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7223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897880" y="11247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Plateforme Smart-Gridix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9788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6099048" y="2075688"/>
            <a:ext cx="146304" cy="14630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2029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&amp; rôles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99048" y="2459736"/>
            <a:ext cx="146304" cy="14630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0216" y="24140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sites &amp; unités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99048" y="2843784"/>
            <a:ext cx="146304" cy="14630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0216" y="27980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&amp; notifications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99048" y="3227832"/>
            <a:ext cx="146304" cy="14630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0216" y="3182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&amp; configuration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🔩  CAPTEUR LIGO SP — SPÉCIFICATIONS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73152" cy="4754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Précision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7498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±0,5% (jusqu'à 99,5%)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89304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89304"/>
            <a:ext cx="73152" cy="4754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930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Alimentation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2893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12–37 VDC (SP)  /  7,5–75 VDC (PRO)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73152" cy="4754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28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Température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18288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-40°C à +85°C  |  Erreur ±2°C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68296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68296"/>
            <a:ext cx="73152" cy="4754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6829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3682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/ RS-232 / Analogique-Fréquence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07792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07792"/>
            <a:ext cx="73152" cy="4754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077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Étanchéité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  |  Résolution 12 bits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47288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47288"/>
            <a:ext cx="73152" cy="4754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472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Longueurs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34472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/ 1000 / 1500 mm (jusqu'à 6000 mm)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986784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86784"/>
            <a:ext cx="73152" cy="4754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8678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Consommation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398678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 mA  |  Durée de vie 8 ans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06440" y="713232"/>
            <a:ext cx="30632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713232"/>
            <a:ext cx="30632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7132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SCHÉMA CAPTEUR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12280" y="1207008"/>
            <a:ext cx="1005840" cy="4114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12070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040880" y="1618488"/>
            <a:ext cx="548640" cy="2103120"/>
          </a:xfrm>
          <a:prstGeom prst="rect">
            <a:avLst/>
          </a:prstGeom>
          <a:solidFill>
            <a:srgbClr val="26323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192024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629400" y="1618488"/>
            <a:ext cx="0" cy="2103120"/>
          </a:xfrm>
          <a:prstGeom prst="line">
            <a:avLst/>
          </a:prstGeom>
          <a:noFill/>
          <a:ln w="9525">
            <a:solidFill>
              <a:srgbClr val="78909C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726680" y="1618488"/>
            <a:ext cx="0" cy="2103120"/>
          </a:xfrm>
          <a:prstGeom prst="line">
            <a:avLst/>
          </a:prstGeom>
          <a:noFill/>
          <a:ln w="9525">
            <a:solidFill>
              <a:srgbClr val="78909C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967728" y="3685032"/>
            <a:ext cx="694944" cy="2286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389534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97880" y="4160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Applications: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97880" y="44074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Camions &amp; véhicules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97880" y="45902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Groupes électrogènes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97880" y="47731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 Cuves industrielles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🧰  OUTILS REQUIS &amp; CONTENU DE LA BOÎTE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519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42519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OUTILS REQUIS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329184" cy="29260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2344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Foret bimétallique Ø38 mm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682496"/>
            <a:ext cx="329184" cy="29260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16367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Mèche Ø7 mm &amp; Ø4 mm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329184" cy="29260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0391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 à métaux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487168"/>
            <a:ext cx="329184" cy="29260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24414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T 8 mm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889504"/>
            <a:ext cx="329184" cy="29260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28437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Taraud M5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291840"/>
            <a:ext cx="329184" cy="29260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32461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 portable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694176"/>
            <a:ext cx="329184" cy="29260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36484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12–24 VDC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096512"/>
            <a:ext cx="329184" cy="29260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🧪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" y="40507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Récipient gradué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4498848"/>
            <a:ext cx="329184" cy="29260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471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44531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Carburant (calibration)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685800"/>
            <a:ext cx="42519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685800"/>
            <a:ext cx="425196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685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CONTENU DE LA BOÎTE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46320" y="1280160"/>
            <a:ext cx="329184" cy="292608"/>
          </a:xfrm>
          <a:prstGeom prst="rect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39512" y="12344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LIGO SP (700/1000/1500 mm)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1682496"/>
            <a:ext cx="329184" cy="292608"/>
          </a:xfrm>
          <a:prstGeom prst="rect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🔌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39512" y="16367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Câble RS-485 7 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46320" y="2084832"/>
            <a:ext cx="329184" cy="292608"/>
          </a:xfrm>
          <a:prstGeom prst="rect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⭕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39512" y="20391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caoutchouc étanche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46320" y="2487168"/>
            <a:ext cx="329184" cy="292608"/>
          </a:xfrm>
          <a:prstGeom prst="rect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🔽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239512" y="24414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anti-dépôts huile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46320" y="2889504"/>
            <a:ext cx="329184" cy="292608"/>
          </a:xfrm>
          <a:prstGeom prst="rect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🌀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239512" y="28437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Ressort anti-vibration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46320" y="3291840"/>
            <a:ext cx="329184" cy="292608"/>
          </a:xfrm>
          <a:prstGeom prst="rect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239512" y="32461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Fusible 2A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846320" y="3694176"/>
            <a:ext cx="329184" cy="292608"/>
          </a:xfrm>
          <a:prstGeom prst="rect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239512" y="36484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Cordon d'étanchéité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846320" y="4096512"/>
            <a:ext cx="329184" cy="292608"/>
          </a:xfrm>
          <a:prstGeom prst="rect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🔩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239512" y="40507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Rivets + Vis M5×20 + Rondelles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846320" y="4498848"/>
            <a:ext cx="329184" cy="292608"/>
          </a:xfrm>
          <a:prstGeom prst="rect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4471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🔩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239512" y="44531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 auto-perceuses M4.8×32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ÉTAPES 1 &amp; 2  —  EMPLACEMENT &amp; PERÇAGE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3611880"/>
          </a:xfrm>
          <a:prstGeom prst="rect">
            <a:avLst/>
          </a:prstGeom>
          <a:solidFill>
            <a:srgbClr val="1E335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896112"/>
            <a:ext cx="457200" cy="45720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CHOISIR L'EMPLACEMENT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023360" cy="36576"/>
          </a:xfrm>
          <a:prstGeom prst="rect">
            <a:avLst/>
          </a:prstGeom>
          <a:solidFill>
            <a:srgbClr val="00BFA5">
              <a:alpha val="4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72768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2704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zone plane et sans contrainte mécanique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002536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Positionner le capteur proche de l'axe central du réservoir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78024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l'espace suffisant en dessous du couvercle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5351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les zones de soudure et de déformation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2900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min. 100 mm des parois latérales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822960"/>
            <a:ext cx="4023360" cy="3611880"/>
          </a:xfrm>
          <a:prstGeom prst="rect">
            <a:avLst/>
          </a:prstGeom>
          <a:solidFill>
            <a:srgbClr val="1E335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896112"/>
            <a:ext cx="457200" cy="45720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8961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PERÇAGE DU COUVERCLE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417320"/>
            <a:ext cx="4023360" cy="36576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0912" y="157276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527048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foret bimétallique Ø38 mm pour le trou central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10912" y="204825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002536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Percer 4 trous Ø7 mm pour les vis de fixation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10912" y="2523744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478024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vis auto-perceuses M4.8 pour réservoirs plastique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10912" y="2999232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953512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Dégraisser la surface autour du trou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10912" y="347472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429000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Éliminer les copeaux soigneusement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A00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Porter des lunettes de protection lors du perçage. Éviter les copeaux métalliques dans le réservoir.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📐  ÉTAPES 3 &amp; 4  —  MESURE &amp; COUPE DE LA SONDE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13232"/>
            <a:ext cx="402336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68096"/>
            <a:ext cx="420624" cy="42062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68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7680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MESURER LA PROFONDEUR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298448"/>
            <a:ext cx="2560320" cy="17373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298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RÉSERVOIR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1591056"/>
            <a:ext cx="0" cy="1325880"/>
          </a:xfrm>
          <a:prstGeom prst="line">
            <a:avLst/>
          </a:prstGeom>
          <a:noFill/>
          <a:ln w="25400">
            <a:solidFill>
              <a:srgbClr val="F57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591056"/>
            <a:ext cx="182880" cy="0"/>
          </a:xfrm>
          <a:prstGeom prst="line">
            <a:avLst/>
          </a:prstGeom>
          <a:noFill/>
          <a:ln w="25400">
            <a:solidFill>
              <a:srgbClr val="F57C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2916936"/>
            <a:ext cx="182880" cy="0"/>
          </a:xfrm>
          <a:prstGeom prst="line">
            <a:avLst/>
          </a:prstGeom>
          <a:noFill/>
          <a:ln w="254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2514600"/>
            <a:ext cx="2560320" cy="521208"/>
          </a:xfrm>
          <a:prstGeom prst="rect">
            <a:avLst/>
          </a:prstGeom>
          <a:solidFill>
            <a:srgbClr val="0D47A1">
              <a:alpha val="30000"/>
            </a:srgbClr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Carburant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16382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hauteur intérieure H du réservoir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49300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compte de l'épaisseur du couvercle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58768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2219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sonde doit atteindre le fond (–5 mm)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1513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finale = H – 5 mm (espace sécurité)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713232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713232"/>
            <a:ext cx="40233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9472" y="768096"/>
            <a:ext cx="420624" cy="42062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768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7680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COUPER LA SONDE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10912" y="129844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261872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une scie à métaux pour couper la sonde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10912" y="1746504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170992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perpendiculairement à l'axe de la sonde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10912" y="219456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157984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Enlever tous les copeaux à l'intérieur du tube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10912" y="264261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260604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les bavures entre les deux tubes internes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10912" y="3090672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305409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planéité de la coupe (angle ≤ 1°)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10912" y="353872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3502152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vérifiée avant installation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617720"/>
            <a:ext cx="73152" cy="3200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617720"/>
            <a:ext cx="839419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ATTENTION  </a:t>
            </a:r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chauffer la sonde pour la couper — cela endommage les capteurs internes.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 ÉTAPES 5, 6 &amp; 7  —  FILTRE, JOINT &amp; FIXATION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269748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758952"/>
            <a:ext cx="420624" cy="42062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758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7589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INSTALLER LE FILTRE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2618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🔽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20624" y="2011680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 le filtre anti-dépôts sur l'extrémité inférieure de la sonde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" y="2651760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S'assurer qu'il est bien clipé et ne peut pas se détacher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" y="3291840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filtre est adapté au type de carburant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713232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713232"/>
            <a:ext cx="26974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758952"/>
            <a:ext cx="420624" cy="42062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758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85616" y="7589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APPLIQUER LE JOINT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18688" y="12618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3383280" y="201168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 mastic résistant huile et essence sur le joint en caoutchouc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65176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Couvrir uniformément toute la surface de contact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29184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sécher 5 min avant installation (mastic semi-sec)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1344" y="713232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713232"/>
            <a:ext cx="2697480" cy="502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54496" y="758952"/>
            <a:ext cx="420624" cy="42062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758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48272" y="7589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FIXER LE CAPTEUR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81344" y="12618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🔩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6345936" y="2011680"/>
            <a:ext cx="128016" cy="12801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8816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le capteur dans le trou et aligner les fixations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45936" y="2651760"/>
            <a:ext cx="128016" cy="12801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vis M5×20 avec rondelle + 1 joint par vis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45936" y="3291840"/>
            <a:ext cx="128016" cy="12801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: rivets (sans accès dessous couvercle)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45936" y="3931920"/>
            <a:ext cx="128016" cy="12801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de serrage : 2,5–3,5 Nm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6032" y="4617720"/>
            <a:ext cx="8631936" cy="320040"/>
          </a:xfrm>
          <a:prstGeom prst="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4617720"/>
            <a:ext cx="73152" cy="3200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4617720"/>
            <a:ext cx="843076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ATTENTION  </a:t>
            </a:r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joint mal posé ou insuffisamment mastiqué entraînera des fuites de carburant. Vérifier l'étanchéité après installation.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 CÂBLAGE RS-485  —  LIGO SP  ↔  SOJI ESP32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21031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92608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ESP32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⬛ NOIR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 (V–)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Masse commune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9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JAUNE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 (RXD)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 de données RS-485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GPIO22 (RX)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BLEU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 (TXD)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 de données RS-485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GPIO21 (TX)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ROUGE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12–37 VDC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Alimentation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 Rouge → 12V+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2999232"/>
            <a:ext cx="85953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2999232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99923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SCHÉMA DE CONNEXION — CAPTEUR LIGO ↔ MODULE RS-485 ↔ ESP32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456432"/>
            <a:ext cx="1828800" cy="1115568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CAPTEUR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LIGO SP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9593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 • Jaune • Bleu • Rouge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31720" y="4005072"/>
            <a:ext cx="1097280" cy="0"/>
          </a:xfrm>
          <a:prstGeom prst="line">
            <a:avLst/>
          </a:prstGeom>
          <a:noFill/>
          <a:ln w="31750">
            <a:solidFill>
              <a:srgbClr val="00BF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0" y="3822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29000" y="3456432"/>
            <a:ext cx="1828800" cy="1115568"/>
          </a:xfrm>
          <a:prstGeom prst="rect">
            <a:avLst/>
          </a:prstGeom>
          <a:solidFill>
            <a:srgbClr val="E8F5E9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RS-485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29000" y="39593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MAX485 ou équivalent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257800" y="4005072"/>
            <a:ext cx="109728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3822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3456432"/>
            <a:ext cx="2377440" cy="1115568"/>
          </a:xfrm>
          <a:prstGeom prst="rect">
            <a:avLst/>
          </a:prstGeom>
          <a:solidFill>
            <a:srgbClr val="EDE7F6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3456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(SOJI Device)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39593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GPIO21 TX / GPIO22 RX / GPIO32 DE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CALIBRATION DU CAPTEUR — 2 MÉTHODES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02336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13232"/>
            <a:ext cx="4023360" cy="5669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132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RAPIDE — SANS PC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3350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automatique Min/Max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1691640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mettre la sonde en contact avec le carburant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40864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2313432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une alimentation stable 12–24 VDC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62656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2935224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30 à 60 secondes → reconnaissance automatique Min/Max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584448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3557016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l'alimentation puis redémarrer pour valider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4224528"/>
            <a:ext cx="3858768" cy="56692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22452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Idéal pour une mise en service rapide sur site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713232"/>
            <a:ext cx="402336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713232"/>
            <a:ext cx="402336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7132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💻 COMPLÈTE — AVEC PC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19472" y="13350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logiciel LIGO Configurator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1719072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68112" y="1691640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LIGO Configurator → Sensor → Load Config → From Sensor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2231136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68112" y="2203704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dans Calibration Table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2743200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68112" y="2715768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Pomper le carburant min. 20 fois (attendre 2 min entre chaque)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3255264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68112" y="3227832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1 ligne par palier: litres réels + valeur capteur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3767328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68112" y="3739896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"Volume (liter)" → Save Config → To Sensor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19472" y="4224528"/>
            <a:ext cx="3858768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422452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Haute précision — Recommandé pour jauges critiques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📡  DISPOSITIF SOJI — ESP32 + SIM7600 (IoT 4G)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645920" cy="12801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863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12984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LIGO SP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47672" y="1389888"/>
            <a:ext cx="438912" cy="0"/>
          </a:xfrm>
          <a:prstGeom prst="line">
            <a:avLst/>
          </a:prstGeom>
          <a:noFill/>
          <a:ln w="3175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124358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5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76272" y="749808"/>
            <a:ext cx="1645920" cy="1280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7863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76272" y="12984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SOJI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67912" y="1389888"/>
            <a:ext cx="438912" cy="0"/>
          </a:xfrm>
          <a:prstGeom prst="line">
            <a:avLst/>
          </a:prstGeom>
          <a:noFill/>
          <a:ln w="3175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124358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5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96512" y="749808"/>
            <a:ext cx="1645920" cy="128016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7863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96512" y="12984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RÉSEAU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4G LTE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88152" y="1389888"/>
            <a:ext cx="438912" cy="0"/>
          </a:xfrm>
          <a:prstGeom prst="line">
            <a:avLst/>
          </a:prstGeom>
          <a:noFill/>
          <a:ln w="3175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124358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5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16752" y="749808"/>
            <a:ext cx="1645920" cy="128016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7863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16752" y="12984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MQTT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08392" y="1389888"/>
            <a:ext cx="438912" cy="0"/>
          </a:xfrm>
          <a:prstGeom prst="line">
            <a:avLst/>
          </a:prstGeom>
          <a:noFill/>
          <a:ln w="3175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9248" y="124358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5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23760" y="749808"/>
            <a:ext cx="1645920" cy="12801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7863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12984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GRIDIX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212848"/>
            <a:ext cx="8631936" cy="32004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212848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des données toutes les 30 secondes via MQTT (configurable à distance)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" y="2670048"/>
            <a:ext cx="28163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2670048"/>
            <a:ext cx="73152" cy="89611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67004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440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GPS Intégré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090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 en temps réel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36392" y="2670048"/>
            <a:ext cx="28163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36392" y="2670048"/>
            <a:ext cx="73152" cy="89611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267004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79476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 Backup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94760" y="3090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locale si perte réseau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16752" y="2670048"/>
            <a:ext cx="28163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16752" y="2670048"/>
            <a:ext cx="73152" cy="89611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67004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67512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OTA Updates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0" y="3090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firmware à distance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56032" y="3675888"/>
            <a:ext cx="28163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" y="3675888"/>
            <a:ext cx="73152" cy="89611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67588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1440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 MQTT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40965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modifiables en JSON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136392" y="3675888"/>
            <a:ext cx="28163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36392" y="3675888"/>
            <a:ext cx="73152" cy="89611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367588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379476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Batterie &amp; RSSI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794760" y="40965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alimentation &amp; signal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016752" y="3675888"/>
            <a:ext cx="28163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16752" y="3675888"/>
            <a:ext cx="73152" cy="89611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367588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67512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Mesures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675120" y="40965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0-65535, Température, Fréquence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🖥️  CONNEXION À LA PLATEFORME SMART-GRIDIX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1148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13232"/>
            <a:ext cx="41148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132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DE CONNEXION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33832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email@entreprise.com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33832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202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••••••••••••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33832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CONNECTER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14800" cy="347472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71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RÔLES DISPONIBLES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3840480" cy="566928"/>
          </a:xfrm>
          <a:prstGeom prst="rect">
            <a:avLst/>
          </a:prstGeom>
          <a:solidFill>
            <a:srgbClr val="F8F9F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429000"/>
            <a:ext cx="73152" cy="5669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ADMIN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3429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sites, unités, capteurs et alertes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087368"/>
            <a:ext cx="3840480" cy="566928"/>
          </a:xfrm>
          <a:prstGeom prst="rect">
            <a:avLst/>
          </a:prstGeom>
          <a:solidFill>
            <a:srgbClr val="F8F9FA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087368"/>
            <a:ext cx="73152" cy="5669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0873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👑 SUPER-ADMIN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4087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total + gestion utilisateurs, debug mode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713232"/>
            <a:ext cx="42062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713232"/>
            <a:ext cx="4206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132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TABLEAU DE BORD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28032" y="1389888"/>
            <a:ext cx="1874520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14264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4/4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828032" y="1920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actifs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0" y="1389888"/>
            <a:ext cx="1874520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14264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58000" y="1920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Réservoirs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28032" y="2377440"/>
            <a:ext cx="1874520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4140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828032" y="2907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actives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0" y="2377440"/>
            <a:ext cx="1874520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4140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858000" y="2907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401568"/>
            <a:ext cx="4206240" cy="292608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4015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 DU TABLEAU DE BORD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28032" y="3767328"/>
            <a:ext cx="109728" cy="10972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3730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carburant en temps réel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28032" y="4005072"/>
            <a:ext cx="109728" cy="10972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2624" y="3968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actives et historique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28032" y="4242816"/>
            <a:ext cx="109728" cy="10972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92624" y="4206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consommation &amp; tendances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28032" y="4480560"/>
            <a:ext cx="109728" cy="10972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92624" y="44439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de connexion des dispositifs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 GESTION DES SITES &amp; UNITÉS (RÉSERVOIRS)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20574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2057400" cy="5303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768096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768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76809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CRÉER UN SITE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2984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02336" y="1993392"/>
            <a:ext cx="109728" cy="10972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568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Sites → Nouveau 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" y="2505456"/>
            <a:ext cx="109728" cy="10972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688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 nom et la localisation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2336" y="3017520"/>
            <a:ext cx="109728" cy="10972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8094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les coordonnées GPS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" y="3529584"/>
            <a:ext cx="109728" cy="10972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4930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et enregistrer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13432" y="21031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FA5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04872" y="713232"/>
            <a:ext cx="20574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04872" y="713232"/>
            <a:ext cx="205740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59736" y="768096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736" y="768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16936" y="76809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AJOUTER UNE UNITÉ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04872" y="12984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🛢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2551176" y="1993392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5768" y="19568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Unités → Créer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51176" y="2505456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5768" y="24688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au site créé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51176" y="3017520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5768" y="298094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le réservoir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51176" y="352958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5768" y="34930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 site parent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62272" y="21031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FA5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53712" y="713232"/>
            <a:ext cx="20574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53712" y="713232"/>
            <a:ext cx="2057400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08576" y="768096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08576" y="768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65776" y="76809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CONFIGURER LE RÉSERVOIR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53712" y="12984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4700016" y="1993392"/>
            <a:ext cx="109728" cy="10972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19568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rectangulaire / cylindrique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0016" y="2505456"/>
            <a:ext cx="109728" cy="10972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4688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dimensions (cm)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00016" y="3017520"/>
            <a:ext cx="109728" cy="10972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98094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seuils d'alerte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00016" y="3529584"/>
            <a:ext cx="109728" cy="10972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4930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bas &amp; niveau critique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11112" y="21031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FA5"/>
                </a:solidFill>
              </a:rPr>
              <a:t>▶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702552" y="713232"/>
            <a:ext cx="20574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02552" y="713232"/>
            <a:ext cx="2057400" cy="5303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57416" y="768096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57416" y="768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214616" y="76809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ASSOCIER LE CAPTEUR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702552" y="12984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55" name="Shape 53"/>
          <p:cNvSpPr/>
          <p:nvPr/>
        </p:nvSpPr>
        <p:spPr>
          <a:xfrm>
            <a:off x="6848856" y="1993392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13448" y="19568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l'adresse MAC du dispositif SOJI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848856" y="2505456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13448" y="24688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connexion MQTT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48856" y="3017520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13448" y="298094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réception des données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848856" y="3529584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13448" y="34930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 monitoring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56032" y="4617720"/>
            <a:ext cx="8631936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4617720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Conseil: Vérifier que le dispositif SOJI est allumé et connecté au réseau 4G avant l'association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🔔  ALERTES, RAPPORTS &amp; CONFIGURATION DISTANTE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27889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2788920" cy="5669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132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🔔  ALERTES &amp; NOTIFICATIONS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" y="1444752"/>
            <a:ext cx="54864" cy="31089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3898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email + push mobile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1901952"/>
            <a:ext cx="54864" cy="31089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8470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bas: seuil configurable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" y="2359152"/>
            <a:ext cx="54864" cy="31089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3042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critique: alarme immédiate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" y="2816352"/>
            <a:ext cx="54864" cy="31089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7614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Déconnexion capteur détectée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" y="3273552"/>
            <a:ext cx="54864" cy="31089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2186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de température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" y="3730752"/>
            <a:ext cx="54864" cy="31089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6758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alertes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713232"/>
            <a:ext cx="27889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713232"/>
            <a:ext cx="278892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7132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RAPPORTS PDF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47288" y="1444752"/>
            <a:ext cx="54864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3898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la période (J/S/M)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1901952"/>
            <a:ext cx="54864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8470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site et l'unité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47288" y="2359152"/>
            <a:ext cx="54864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3042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rapport PDF automatique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47288" y="2816352"/>
            <a:ext cx="54864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7614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journalière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47288" y="3273552"/>
            <a:ext cx="54864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2186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hebdomadaire / mensuel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47288" y="3730752"/>
            <a:ext cx="54864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6758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entre unités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64224" y="713232"/>
            <a:ext cx="2523744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64224" y="713232"/>
            <a:ext cx="2523744" cy="56692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7132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CONFIG DISTANTE SOJI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01384" y="1444752"/>
            <a:ext cx="54864" cy="31089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0256" y="138988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l'intervalle d'envoi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01384" y="1901952"/>
            <a:ext cx="54864" cy="31089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0256" y="184708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la timezone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1384" y="2359152"/>
            <a:ext cx="54864" cy="31089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0256" y="230428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réservoir via MQTT JSON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1384" y="2816352"/>
            <a:ext cx="54864" cy="31089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76148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/ désactiver le GPS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1384" y="3273552"/>
            <a:ext cx="54864" cy="31089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0256" y="321868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mise à jour OTA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4572000"/>
            <a:ext cx="8631936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4572000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 config: { "interval": 30, "timezone": "Africa/Tunis", "tankType": "cylindrical", "gps": true }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320040" cy="50337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560320"/>
            <a:ext cx="3200400" cy="3200400"/>
          </a:xfrm>
          <a:prstGeom prst="ellipse">
            <a:avLst/>
          </a:prstGeom>
          <a:solidFill>
            <a:srgbClr val="132236"/>
          </a:solidFill>
          <a:ln w="25400">
            <a:solidFill>
              <a:srgbClr val="1E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926080"/>
            <a:ext cx="2011680" cy="2011680"/>
          </a:xfrm>
          <a:prstGeom prst="ellipse">
            <a:avLst/>
          </a:prstGeom>
          <a:solidFill>
            <a:srgbClr val="1E3350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3200400"/>
            <a:ext cx="1097280" cy="10972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RÉCAPITULATIF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85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Points Clés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5669280" cy="548640"/>
          </a:xfrm>
          <a:prstGeom prst="rect">
            <a:avLst/>
          </a:prstGeom>
          <a:solidFill>
            <a:srgbClr val="1E3350"/>
          </a:solidFill>
          <a:ln w="6350">
            <a:solidFill>
              <a:srgbClr val="1322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566928" cy="548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173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1444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physique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1719072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Emplacement, perçage, coupe, joint, fixation rivetée/vissée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039112"/>
            <a:ext cx="5669280" cy="548640"/>
          </a:xfrm>
          <a:prstGeom prst="rect">
            <a:avLst/>
          </a:prstGeom>
          <a:solidFill>
            <a:srgbClr val="1E3350"/>
          </a:solidFill>
          <a:ln w="6350">
            <a:solidFill>
              <a:srgbClr val="1322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039112"/>
            <a:ext cx="566928" cy="548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3911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066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Câblage RS-485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340864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4 fils colorés entre LIGO SP et module SOJI ESP32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660904"/>
            <a:ext cx="5669280" cy="548640"/>
          </a:xfrm>
          <a:prstGeom prst="rect">
            <a:avLst/>
          </a:prstGeom>
          <a:solidFill>
            <a:srgbClr val="1E3350"/>
          </a:solidFill>
          <a:ln w="6350">
            <a:solidFill>
              <a:srgbClr val="1322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660904"/>
            <a:ext cx="566928" cy="548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6090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26883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2962656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rapide (auto 30s) ou précise (LIGO Configurator PC)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282696"/>
            <a:ext cx="5669280" cy="548640"/>
          </a:xfrm>
          <a:prstGeom prst="rect">
            <a:avLst/>
          </a:prstGeom>
          <a:solidFill>
            <a:srgbClr val="1E3350"/>
          </a:solidFill>
          <a:ln w="6350">
            <a:solidFill>
              <a:srgbClr val="1322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282696"/>
            <a:ext cx="566928" cy="548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8269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Dispositif IoT SOJI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3584448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LTE MQTT, GPS, SD backup, OTA, config JSON distante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904488"/>
            <a:ext cx="5669280" cy="548640"/>
          </a:xfrm>
          <a:prstGeom prst="rect">
            <a:avLst/>
          </a:prstGeom>
          <a:solidFill>
            <a:srgbClr val="1E3350"/>
          </a:solidFill>
          <a:ln w="6350">
            <a:solidFill>
              <a:srgbClr val="1322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04488"/>
            <a:ext cx="566928" cy="548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0448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Plateforme Smart-Gridix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4206240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Sites, unités, alertes, rapports PDF, monitoring temps réel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572000"/>
            <a:ext cx="566928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5720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contact@soji-electronics.com   |   🌐 www.smart-gridix.com   |   📞 Support Technique SOJI Electronics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Electronics  |  Guide d'Installation &amp; d'Utilisation  |  Smart-Gridix  |  ©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d'Installation &amp; d'Utilisation — SOJI + Smart-Gridix</dc:title>
  <dc:subject>PptxGenJS Presentation</dc:subject>
  <dc:creator>SOJI Electronics</dc:creator>
  <cp:lastModifiedBy>SOJI Electronics</cp:lastModifiedBy>
  <cp:revision>1</cp:revision>
  <dcterms:created xsi:type="dcterms:W3CDTF">2026-03-31T19:42:22Z</dcterms:created>
  <dcterms:modified xsi:type="dcterms:W3CDTF">2026-03-31T19:42:22Z</dcterms:modified>
</cp:coreProperties>
</file>